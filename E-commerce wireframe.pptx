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144B"/>
    <a:srgbClr val="B38FB0"/>
    <a:srgbClr val="F8F8F9"/>
    <a:srgbClr val="FFFFFF"/>
    <a:srgbClr val="FEFFFE"/>
    <a:srgbClr val="F7D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>
        <p:scale>
          <a:sx n="75" d="100"/>
          <a:sy n="75" d="100"/>
        </p:scale>
        <p:origin x="24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4666-E80E-4CEF-A95C-F02B51629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F470A-00C4-4AC2-A18E-C35020167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F2D0B-394D-40A5-A36C-C0F4A0E1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DEBF-7820-43B1-AF2D-107FF382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673B-56F6-4FC6-858D-60A668D8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8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7B21-B7A3-49B5-9DB9-09490F9B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548B9-2CF1-47CB-AEB1-5B95167A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D3470-062A-41E5-B765-BB53BEB6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FD221-3AC5-4666-828E-989B6613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C7C23-CD23-4A85-8CB0-66D6DD72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11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6890-D2E0-4927-A1F2-AFFB6794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BDC85-7882-4213-835A-A543720D1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E6615-B6DD-402E-B04E-3A63AE96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AE647-51E7-4871-B019-9BA6593B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C28AD-390A-4792-8C0B-9A70A3E8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23E6-E9EA-40C1-AE59-6289445E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10C02-BA64-4B8C-9852-F1A23E76E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4C24B-A660-49B2-AB6E-0741D52FE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7B0FC-F0C3-44C7-BC53-2DF074CD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CF10D-58DF-4C09-85E8-DBB335AC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6A6A1-3F05-409C-888F-E7DE9F8A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5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4AF1-9D19-4579-87DE-7D05F05A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D3174-D87A-42D0-BA69-9B6DEED32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9911C-3323-42BD-9F9C-EA2E43EBE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98286-4AE4-4680-A3AA-58A0E4DE7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530F4-6D7E-4D0F-89AA-D4029E4B7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3AC68-715F-418C-A5CE-3E9F27D6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421E6-4FBA-4A2D-B28D-11AD5287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BE742-A3F2-44A0-9C91-557BE062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3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C320D-33B1-467C-A4A7-72C0F792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861F7-BECB-49E7-AB6F-B26B254D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38C20-AA8A-4153-8C54-FD6786E9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777A9-C803-494D-903A-7A13AE7C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9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647DC-B43C-4206-B90D-B180621D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2954F-1BF3-4A96-A9F9-CDC6F8F2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48D78-659A-4012-80EA-C5052FF0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8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A097-0ED3-4C41-A6B8-FC695FA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67951-FBD8-4403-B441-3F7FF52E2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C629-3BE8-4D98-99C1-0F16B8160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04BF3-3F0D-4E71-97B5-BB7CD255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94AC-6833-42CC-BD5A-A0C6CE5C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F9EB8-79FC-471F-8D92-77C4127F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7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AA90-4520-4E4C-865C-BF42CC04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CFFE5-CD04-4E5F-9C8D-1B7EAAA48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61C1A-61D4-4FD4-B29C-1B2DD3182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1B72-1789-47C8-B23F-4FB842D0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C3607-CEC2-4269-942B-0E7A4058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20B46-E0FF-4646-8FD3-FA6343D8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43A3-AAA4-460D-8C75-FEDEF782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A4EE6-724E-45E4-994F-2AAE49B2E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E6A13-938E-477C-85A6-C82743D1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03E8A-B858-46BF-B162-7BCD018E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9E144-A169-4E6A-9E44-3A669C9F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6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658F9-B06A-4722-A8AB-DD20A2ED4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8447C-E832-4F81-8BAA-2EC2FC894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CC73A-B639-4EC3-A343-0E288694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11AF9-387F-480C-A80E-8D2E6867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7854B-E52A-4D47-A3DF-6A83B807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4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69639D-A076-46C0-B8F8-1DA0A018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73B3E-82B1-4593-802F-A9C6F5F24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A6C3D-BB1E-4485-96DA-9E5B0A27E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47E5D-4A30-48CD-A812-3F508300B10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80A48-F6CB-4BFA-8E8E-258F8987C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373C-0FDA-42AF-90F1-7AC84EC50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5F832-A089-471D-A5AD-74E397F3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4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293FE2-C312-4289-A985-FBE75DDC6AA8}"/>
              </a:ext>
            </a:extLst>
          </p:cNvPr>
          <p:cNvSpPr/>
          <p:nvPr/>
        </p:nvSpPr>
        <p:spPr>
          <a:xfrm>
            <a:off x="997983" y="300422"/>
            <a:ext cx="11068879" cy="6477275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945F403-BFC9-4C28-96AD-FBB60679751D}"/>
              </a:ext>
            </a:extLst>
          </p:cNvPr>
          <p:cNvSpPr/>
          <p:nvPr/>
        </p:nvSpPr>
        <p:spPr>
          <a:xfrm rot="16200000">
            <a:off x="-2677757" y="3132957"/>
            <a:ext cx="6367209" cy="761421"/>
          </a:xfrm>
          <a:prstGeom prst="round2SameRect">
            <a:avLst>
              <a:gd name="adj1" fmla="val 5841"/>
              <a:gd name="adj2" fmla="val 0"/>
            </a:avLst>
          </a:prstGeom>
          <a:solidFill>
            <a:srgbClr val="521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506A91-A716-4B40-A1D3-D5D9D3CFEF6D}"/>
              </a:ext>
            </a:extLst>
          </p:cNvPr>
          <p:cNvSpPr/>
          <p:nvPr/>
        </p:nvSpPr>
        <p:spPr>
          <a:xfrm>
            <a:off x="1137865" y="597029"/>
            <a:ext cx="3187586" cy="2141621"/>
          </a:xfrm>
          <a:prstGeom prst="roundRect">
            <a:avLst>
              <a:gd name="adj" fmla="val 703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09DF1B-ED25-4DF4-96F9-8B4D0DF01DA4}"/>
              </a:ext>
            </a:extLst>
          </p:cNvPr>
          <p:cNvSpPr/>
          <p:nvPr/>
        </p:nvSpPr>
        <p:spPr>
          <a:xfrm>
            <a:off x="4523123" y="660181"/>
            <a:ext cx="2023313" cy="1053015"/>
          </a:xfrm>
          <a:prstGeom prst="roundRect">
            <a:avLst>
              <a:gd name="adj" fmla="val 12173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75697C-3A6B-4582-893C-1DD0548283DA}"/>
              </a:ext>
            </a:extLst>
          </p:cNvPr>
          <p:cNvSpPr/>
          <p:nvPr/>
        </p:nvSpPr>
        <p:spPr>
          <a:xfrm>
            <a:off x="6712011" y="627159"/>
            <a:ext cx="2023313" cy="1053015"/>
          </a:xfrm>
          <a:prstGeom prst="roundRect">
            <a:avLst>
              <a:gd name="adj" fmla="val 12173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B42632-E7E2-4540-A48E-9E53B856A411}"/>
              </a:ext>
            </a:extLst>
          </p:cNvPr>
          <p:cNvSpPr/>
          <p:nvPr/>
        </p:nvSpPr>
        <p:spPr>
          <a:xfrm>
            <a:off x="1170399" y="2822152"/>
            <a:ext cx="3187586" cy="3677368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F9DD13-B94F-46BA-B48C-8270E1C5542A}"/>
              </a:ext>
            </a:extLst>
          </p:cNvPr>
          <p:cNvSpPr/>
          <p:nvPr/>
        </p:nvSpPr>
        <p:spPr>
          <a:xfrm>
            <a:off x="4537713" y="1888235"/>
            <a:ext cx="4165977" cy="2093796"/>
          </a:xfrm>
          <a:prstGeom prst="roundRect">
            <a:avLst>
              <a:gd name="adj" fmla="val 7034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0C3150-1CCD-4E09-A400-CC2568C34D84}"/>
              </a:ext>
            </a:extLst>
          </p:cNvPr>
          <p:cNvSpPr/>
          <p:nvPr/>
        </p:nvSpPr>
        <p:spPr>
          <a:xfrm>
            <a:off x="8834409" y="574327"/>
            <a:ext cx="3121029" cy="5925193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DA79B65-B8E6-4741-93E3-39579CCEE046}"/>
              </a:ext>
            </a:extLst>
          </p:cNvPr>
          <p:cNvSpPr/>
          <p:nvPr/>
        </p:nvSpPr>
        <p:spPr>
          <a:xfrm>
            <a:off x="4594454" y="4153563"/>
            <a:ext cx="4219681" cy="2378720"/>
          </a:xfrm>
          <a:prstGeom prst="roundRect">
            <a:avLst>
              <a:gd name="adj" fmla="val 7034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bstract shape icon">
            <a:extLst>
              <a:ext uri="{FF2B5EF4-FFF2-40B4-BE49-F238E27FC236}">
                <a16:creationId xmlns:a16="http://schemas.microsoft.com/office/drawing/2014/main" id="{D06E9611-E62B-4E68-9F8A-7950EEDBB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75" y="627159"/>
            <a:ext cx="453747" cy="453747"/>
          </a:xfrm>
          <a:prstGeom prst="rect">
            <a:avLst/>
          </a:prstGeom>
          <a:noFill/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8DB6DA-A0F3-4B4F-B8E9-05BA700E96F9}"/>
              </a:ext>
            </a:extLst>
          </p:cNvPr>
          <p:cNvCxnSpPr>
            <a:cxnSpLocks/>
          </p:cNvCxnSpPr>
          <p:nvPr/>
        </p:nvCxnSpPr>
        <p:spPr>
          <a:xfrm>
            <a:off x="125137" y="1149437"/>
            <a:ext cx="705959" cy="0"/>
          </a:xfrm>
          <a:prstGeom prst="line">
            <a:avLst/>
          </a:prstGeom>
          <a:ln>
            <a:solidFill>
              <a:srgbClr val="B38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586BE5-0B2D-43D6-AD38-F23EEAAF99EA}"/>
              </a:ext>
            </a:extLst>
          </p:cNvPr>
          <p:cNvCxnSpPr>
            <a:cxnSpLocks/>
          </p:cNvCxnSpPr>
          <p:nvPr/>
        </p:nvCxnSpPr>
        <p:spPr>
          <a:xfrm>
            <a:off x="1170399" y="3759811"/>
            <a:ext cx="3187586" cy="0"/>
          </a:xfrm>
          <a:prstGeom prst="line">
            <a:avLst/>
          </a:prstGeom>
          <a:ln>
            <a:solidFill>
              <a:srgbClr val="B38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Layout">
            <a:extLst>
              <a:ext uri="{FF2B5EF4-FFF2-40B4-BE49-F238E27FC236}">
                <a16:creationId xmlns:a16="http://schemas.microsoft.com/office/drawing/2014/main" id="{772ACF99-37D6-494F-B129-6E630AFD6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01" y="1472972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pen box">
            <a:extLst>
              <a:ext uri="{FF2B5EF4-FFF2-40B4-BE49-F238E27FC236}">
                <a16:creationId xmlns:a16="http://schemas.microsoft.com/office/drawing/2014/main" id="{F286772F-464F-482E-B30D-1B29EDE2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7" y="2492423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ats ">
            <a:extLst>
              <a:ext uri="{FF2B5EF4-FFF2-40B4-BE49-F238E27FC236}">
                <a16:creationId xmlns:a16="http://schemas.microsoft.com/office/drawing/2014/main" id="{1BD709D8-08CC-4AA3-957B-77D0D1A68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87" y="3511875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nkedin ">
            <a:extLst>
              <a:ext uri="{FF2B5EF4-FFF2-40B4-BE49-F238E27FC236}">
                <a16:creationId xmlns:a16="http://schemas.microsoft.com/office/drawing/2014/main" id="{5B41663F-5CF1-405C-B3A9-0AD04A91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26" y="6045338"/>
            <a:ext cx="482600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30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293FE2-C312-4289-A985-FBE75DDC6AA8}"/>
              </a:ext>
            </a:extLst>
          </p:cNvPr>
          <p:cNvSpPr/>
          <p:nvPr/>
        </p:nvSpPr>
        <p:spPr>
          <a:xfrm>
            <a:off x="981349" y="330062"/>
            <a:ext cx="11068879" cy="6477275"/>
          </a:xfrm>
          <a:prstGeom prst="rect">
            <a:avLst/>
          </a:prstGeom>
          <a:solidFill>
            <a:srgbClr val="F8F8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945F403-BFC9-4C28-96AD-FBB60679751D}"/>
              </a:ext>
            </a:extLst>
          </p:cNvPr>
          <p:cNvSpPr/>
          <p:nvPr/>
        </p:nvSpPr>
        <p:spPr>
          <a:xfrm rot="16200000">
            <a:off x="-2720020" y="3242954"/>
            <a:ext cx="6367070" cy="761421"/>
          </a:xfrm>
          <a:prstGeom prst="round2SameRect">
            <a:avLst>
              <a:gd name="adj1" fmla="val 5841"/>
              <a:gd name="adj2" fmla="val 0"/>
            </a:avLst>
          </a:prstGeom>
          <a:solidFill>
            <a:srgbClr val="521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506A91-A716-4B40-A1D3-D5D9D3CFEF6D}"/>
              </a:ext>
            </a:extLst>
          </p:cNvPr>
          <p:cNvSpPr/>
          <p:nvPr/>
        </p:nvSpPr>
        <p:spPr>
          <a:xfrm>
            <a:off x="1183240" y="609363"/>
            <a:ext cx="3400098" cy="2141621"/>
          </a:xfrm>
          <a:prstGeom prst="roundRect">
            <a:avLst>
              <a:gd name="adj" fmla="val 7034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09DF1B-ED25-4DF4-96F9-8B4D0DF01DA4}"/>
              </a:ext>
            </a:extLst>
          </p:cNvPr>
          <p:cNvSpPr/>
          <p:nvPr/>
        </p:nvSpPr>
        <p:spPr>
          <a:xfrm>
            <a:off x="4717489" y="627160"/>
            <a:ext cx="3537511" cy="1865264"/>
          </a:xfrm>
          <a:prstGeom prst="roundRect">
            <a:avLst>
              <a:gd name="adj" fmla="val 3650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B42632-E7E2-4540-A48E-9E53B856A411}"/>
              </a:ext>
            </a:extLst>
          </p:cNvPr>
          <p:cNvSpPr/>
          <p:nvPr/>
        </p:nvSpPr>
        <p:spPr>
          <a:xfrm>
            <a:off x="1226111" y="2853629"/>
            <a:ext cx="3187586" cy="3703945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0C3150-1CCD-4E09-A400-CC2568C34D84}"/>
              </a:ext>
            </a:extLst>
          </p:cNvPr>
          <p:cNvSpPr/>
          <p:nvPr/>
        </p:nvSpPr>
        <p:spPr>
          <a:xfrm>
            <a:off x="8385630" y="656397"/>
            <a:ext cx="3501595" cy="3881735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bstract shape icon">
            <a:extLst>
              <a:ext uri="{FF2B5EF4-FFF2-40B4-BE49-F238E27FC236}">
                <a16:creationId xmlns:a16="http://schemas.microsoft.com/office/drawing/2014/main" id="{D06E9611-E62B-4E68-9F8A-7950EEDBB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75" y="627159"/>
            <a:ext cx="453747" cy="453747"/>
          </a:xfrm>
          <a:prstGeom prst="rect">
            <a:avLst/>
          </a:prstGeom>
          <a:noFill/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8DB6DA-A0F3-4B4F-B8E9-05BA700E96F9}"/>
              </a:ext>
            </a:extLst>
          </p:cNvPr>
          <p:cNvCxnSpPr>
            <a:cxnSpLocks/>
          </p:cNvCxnSpPr>
          <p:nvPr/>
        </p:nvCxnSpPr>
        <p:spPr>
          <a:xfrm>
            <a:off x="125137" y="1149437"/>
            <a:ext cx="705959" cy="0"/>
          </a:xfrm>
          <a:prstGeom prst="line">
            <a:avLst/>
          </a:prstGeom>
          <a:ln>
            <a:solidFill>
              <a:srgbClr val="B38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586BE5-0B2D-43D6-AD38-F23EEAAF99EA}"/>
              </a:ext>
            </a:extLst>
          </p:cNvPr>
          <p:cNvCxnSpPr>
            <a:cxnSpLocks/>
          </p:cNvCxnSpPr>
          <p:nvPr/>
        </p:nvCxnSpPr>
        <p:spPr>
          <a:xfrm>
            <a:off x="1170399" y="3759811"/>
            <a:ext cx="3187586" cy="0"/>
          </a:xfrm>
          <a:prstGeom prst="line">
            <a:avLst/>
          </a:prstGeom>
          <a:ln>
            <a:solidFill>
              <a:srgbClr val="B38F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Layout">
            <a:extLst>
              <a:ext uri="{FF2B5EF4-FFF2-40B4-BE49-F238E27FC236}">
                <a16:creationId xmlns:a16="http://schemas.microsoft.com/office/drawing/2014/main" id="{772ACF99-37D6-494F-B129-6E630AFD6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01" y="1472972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pen box">
            <a:extLst>
              <a:ext uri="{FF2B5EF4-FFF2-40B4-BE49-F238E27FC236}">
                <a16:creationId xmlns:a16="http://schemas.microsoft.com/office/drawing/2014/main" id="{F286772F-464F-482E-B30D-1B29EDE2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7" y="2492423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ats ">
            <a:extLst>
              <a:ext uri="{FF2B5EF4-FFF2-40B4-BE49-F238E27FC236}">
                <a16:creationId xmlns:a16="http://schemas.microsoft.com/office/drawing/2014/main" id="{1BD709D8-08CC-4AA3-957B-77D0D1A68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87" y="3511875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nkedin ">
            <a:extLst>
              <a:ext uri="{FF2B5EF4-FFF2-40B4-BE49-F238E27FC236}">
                <a16:creationId xmlns:a16="http://schemas.microsoft.com/office/drawing/2014/main" id="{5B41663F-5CF1-405C-B3A9-0AD04A91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26" y="6045338"/>
            <a:ext cx="482600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D1C33F-5427-4660-9359-D3BAC5BD8F72}"/>
              </a:ext>
            </a:extLst>
          </p:cNvPr>
          <p:cNvSpPr/>
          <p:nvPr/>
        </p:nvSpPr>
        <p:spPr>
          <a:xfrm>
            <a:off x="4543242" y="2740709"/>
            <a:ext cx="3842388" cy="3873645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8E3740-D479-4BD5-B82A-BA3DC71474C5}"/>
              </a:ext>
            </a:extLst>
          </p:cNvPr>
          <p:cNvSpPr/>
          <p:nvPr/>
        </p:nvSpPr>
        <p:spPr>
          <a:xfrm>
            <a:off x="8497054" y="4692314"/>
            <a:ext cx="3585354" cy="1865264"/>
          </a:xfrm>
          <a:prstGeom prst="roundRect">
            <a:avLst>
              <a:gd name="adj" fmla="val 3650"/>
            </a:avLst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577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Alpha Bamidele</dc:creator>
  <cp:lastModifiedBy>Alpha Bamidele</cp:lastModifiedBy>
  <cp:revision>10</cp:revision>
  <dcterms:created xsi:type="dcterms:W3CDTF">2026-01-28T13:28:23Z</dcterms:created>
  <dcterms:modified xsi:type="dcterms:W3CDTF">2026-01-28T15:17:21Z</dcterms:modified>
</cp:coreProperties>
</file>